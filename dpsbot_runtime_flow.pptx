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2400" b="1">
                <a:solidFill>
                  <a:srgbClr val="1F355E"/>
                </a:solidFill>
                <a:latin typeface="Aptos"/>
              </a:rPr>
              <a:t>DPSBot 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33856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What happens after a user mentions @DPSBot, from Teams/Web Chat to the final Adaptive Card reply.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874519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User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Mentions @DPSBot
or sends test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0591" y="1234440"/>
            <a:ext cx="1874519" cy="914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Teams / Web Chat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Creates Bot Framework
message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1142" y="1234440"/>
            <a:ext cx="1874519" cy="914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Azure Bot Service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Forwards activity to
configured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11693" y="1234440"/>
            <a:ext cx="1874519" cy="9144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function_app.py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HTTP trigger
/api/messages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4" y="1234440"/>
            <a:ext cx="1874519" cy="9144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src/dps_bot.py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on_message_activity
builds reply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795" y="1234440"/>
            <a:ext cx="1874519" cy="91440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src/cards.py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build_request_card
returns form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59" y="1691640.0"/>
            <a:ext cx="256032" cy="0.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25110" y="1691640.0"/>
            <a:ext cx="256032" cy="0.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55661" y="1691640.0"/>
            <a:ext cx="256032" cy="0.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86212" y="1691640.0"/>
            <a:ext cx="256032" cy="0.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16763" y="1691640.0"/>
            <a:ext cx="256032" cy="0.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779503.5" y="2148840"/>
            <a:ext cx="2130551.0" cy="82296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648952.5" y="2971800"/>
            <a:ext cx="2130551.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518401.5" y="2971800"/>
            <a:ext cx="2130551.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87850.5" y="2971800"/>
            <a:ext cx="2130551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71800" y="3337560"/>
            <a:ext cx="6309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Reply cycle: card JSON -&gt; Adaptive Card attachment -&gt; Bot Framework response -&gt; Teams/Web Chat renders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11155680" cy="10058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Key config in play: Azure Bot Service endpoint points to the Function URL, and function_app.py uses MicrosoftAppId, MicrosoftAppPassword, and MicrosoftAppTenantId for Bot Framework authentication.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2400" b="1">
                <a:solidFill>
                  <a:srgbClr val="1F355E"/>
                </a:solidFill>
                <a:latin typeface="Aptos"/>
              </a:rPr>
              <a:t>Code-Level Trigger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33856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The exact file and method handoff after the message reaches the Function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1. Azure Function route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function_app.py
@app.route(route='messages', methods=['POST'])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820.0" y="1929384"/>
            <a:ext cx="0.0" cy="25603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24028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2. Read incoming body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messages(req)
req.get_json() or json.loads(raw_body)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31820.0" y="3026664"/>
            <a:ext cx="0.0" cy="25603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333756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3. Deserialize activity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Activity().deserialize(body)
auth_header = req.headers['Authorization']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1820.0" y="4123944"/>
            <a:ext cx="0.0" cy="25603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443484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4. Authenticate/process turn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ADAPTER.process_activity(activity, auth_header, BOT.on_turn)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5. Dispatch to handler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src/dps_bot.py
DPSBot.on_message_activity(turn_context)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01100.0" y="1929384"/>
            <a:ext cx="0.0" cy="256032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60" y="224028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6. Build card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src/cards.py
build_request_card()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01100.0" y="3026664"/>
            <a:ext cx="0.0" cy="256032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333756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7. Create reply activity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MessageFactory.attachment(CardFactory.adaptive_card(card))
activity.text + activity.summary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01100.0" y="4123944"/>
            <a:ext cx="0.0" cy="256032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4434840"/>
            <a:ext cx="4983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1F355E"/>
                </a:solidFill>
                <a:latin typeface="Aptos"/>
              </a:rPr>
              <a:t>8. Send reply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turn_context.send_activity(activity)
Bot Service returns it to Teams/Web Chat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623560" y="1536192"/>
            <a:ext cx="685800" cy="2441447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2400" b="1">
                <a:solidFill>
                  <a:srgbClr val="1F355E"/>
                </a:solidFill>
                <a:latin typeface="Aptos"/>
              </a:rPr>
              <a:t>Final Cycle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33856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Same flow as a quick numbered story for explaining to someone else.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097280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07899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 types @DPSBot in Teams or sends a message in Web Chat.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20240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90195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Teams/Web Chat sends a Bot Framework activity to Azure Bot Service.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43200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2491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Azure Bot Service posts that activity to the Function endpoint /api/messages.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66160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4787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function_app.py receives the POST request in messages(req).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89120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37083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function_app.py converts JSON into an Activity and asks the adapter to process it.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09728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107899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The adapter authenticates using app ID, password, and tenant ID, then calls BOT.on_turn.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192024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90195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DPSBot in src/dps_bot.py handles the message and asks src/cards.py for form JSON.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274320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72491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src/cards.py returns the Adaptive Card payload.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356616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54787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src/dps_bot.py wraps the card as an Adaptive Card attachment and sends it.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438912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370832"/>
            <a:ext cx="3886200" cy="347472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Azure Bot Service returns the reply to Teams/Web Chat, where the card is rendered.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